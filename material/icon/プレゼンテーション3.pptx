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>
        <p:scale>
          <a:sx n="149" d="100"/>
          <a:sy n="149" d="100"/>
        </p:scale>
        <p:origin x="1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051EAA-8DEF-89DF-69AA-8BE7BC61A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34421B7-04AA-5B13-B1A1-30CF7FF01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F033EB-10F6-79E1-CA44-F13EE0830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EEA9-D729-014C-A72A-EE8D15564A31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E93F1E-C970-FB04-8ECB-145D6490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6DF3E2-7AEE-CC87-2763-DD7FE190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9A770-E7A0-DA41-AD3A-5949DD270F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522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9EEBDB-F644-C353-47E8-1B699B78B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0E6D95-A396-AB39-20C3-780550545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1D6AC1-F9A3-D713-E787-9DFC8A31D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EEA9-D729-014C-A72A-EE8D15564A31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E86A8F-FF20-DEF3-80D7-AAC198A35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E5FB92-D436-00D0-3E40-3BAC10F7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9A770-E7A0-DA41-AD3A-5949DD270F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026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22EAC3-EF34-B198-2351-82D4E802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871242-B23F-41EF-CCA3-87E8C4C15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18EA30-AE2D-C4B7-A1AD-8680C6985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EEA9-D729-014C-A72A-EE8D15564A31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455B08-EFF0-2BCD-6B25-843BC73B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673A82-7343-C01C-B3CA-C48C731D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9A770-E7A0-DA41-AD3A-5949DD270F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174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15A3CE-AC00-991A-FC00-88CBFF065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7FCC7F-9385-4493-734A-B05B94365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3C7682-1462-2E13-538B-61F640CF6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07A66D-7A50-0088-8601-3A5B2033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EEA9-D729-014C-A72A-EE8D15564A31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CCDF576-9D93-CD12-CBE0-C6D3C7EFC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E88C60-3BDB-E0C4-CB2E-544B7F78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9A770-E7A0-DA41-AD3A-5949DD270F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289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3F706B-1935-7391-87D2-24C44940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47C713-26F2-385B-7ACF-51972BA2C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F9635D-32BF-9DE9-4AFF-00EAF22F7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C7352E6-8D84-BEB8-ADC5-B0DA0EA740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11C808-80DD-947F-449B-A307205F53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4E90C68-C5C8-BE16-36A3-884F3416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EEA9-D729-014C-A72A-EE8D15564A31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C0225E6-1C65-2F34-0F78-8B3827A25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BC0353F-0D4F-2226-8264-E2847FE4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9A770-E7A0-DA41-AD3A-5949DD270F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13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381200-01F5-DE13-E1E0-2AB58E30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6B1F18D-E3C3-E5E9-70AB-C1445B950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EEA9-D729-014C-A72A-EE8D15564A31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F9C9D5F-AB20-3354-4D05-0703CA34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7BE85A8-24E7-C127-7D61-A4B83CA3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9A770-E7A0-DA41-AD3A-5949DD270F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931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9C86E5E-8B70-2BA9-7242-313FA0E9D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EEA9-D729-014C-A72A-EE8D15564A31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1D8506-9A29-598D-BEE1-B63DF3B4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6F2E8D-F19A-2ED6-4299-3281258F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9A770-E7A0-DA41-AD3A-5949DD270F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335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75AB3-4A30-9922-EA44-533C3B2F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E84AE4-A8D0-7CB0-A4F9-FE517F9EE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35A10B-50A1-CD5A-731E-A652CDE17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D4A22C-E598-2B66-15BD-E1C9FA22F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EEA9-D729-014C-A72A-EE8D15564A31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CF0AAB-DED4-760F-6E2D-29BA52D3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B1E263-E053-2553-5F4B-D9BE8C47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9A770-E7A0-DA41-AD3A-5949DD270F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184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F4A805-840B-23FE-43B3-254F06E9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79D17C6-7DDD-7EBC-18F1-3438D6BC1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CC6514B-15D5-699C-8E55-F6960DAA6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655535-1817-C999-BEED-7D77F912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EEA9-D729-014C-A72A-EE8D15564A31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D38682-977B-4A79-84D2-5DAA3A50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DD79E6-FCC0-E200-4015-ED45F118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9A770-E7A0-DA41-AD3A-5949DD270F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09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56630E-B039-4D7A-336F-FB98493B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CF4A3D-F0A7-77C7-5078-8B02CE8B0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9BF059-58BE-72DF-5147-3A283C615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EEA9-D729-014C-A72A-EE8D15564A31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8537A6-DD20-FFB9-3F6D-9644F3A2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D3D9AD-984A-5EBD-75FE-6E4C7625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9A770-E7A0-DA41-AD3A-5949DD270F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08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B7CA988-C6C5-6425-C052-D767F1AF30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6D1B88-9FBF-8FFC-2AA5-6AA1535A2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D4558B-B0AE-6341-8A3E-4D156731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EEA9-D729-014C-A72A-EE8D15564A31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3C1200-D12E-B530-2822-10886097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4925FD-95F9-AB5C-0BC1-6612B58CC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9A770-E7A0-DA41-AD3A-5949DD270F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3582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448A87-D667-C93B-E78C-B511E7165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062E34-B8D3-1BAF-5437-C532F7E4C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554DF1-1C6A-2823-D771-F7793FACE5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4EEA9-D729-014C-A72A-EE8D15564A31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1FE52D-0AF4-C33C-7071-CD880C4EF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DE4916-5859-9BEC-B3CF-5C79A5B7E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9A770-E7A0-DA41-AD3A-5949DD270F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83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>
            <a:extLst>
              <a:ext uri="{FF2B5EF4-FFF2-40B4-BE49-F238E27FC236}">
                <a16:creationId xmlns:a16="http://schemas.microsoft.com/office/drawing/2014/main" id="{3D383367-3AF8-7A92-80BC-6A9B0003B475}"/>
              </a:ext>
            </a:extLst>
          </p:cNvPr>
          <p:cNvSpPr/>
          <p:nvPr/>
        </p:nvSpPr>
        <p:spPr>
          <a:xfrm>
            <a:off x="1579418" y="380010"/>
            <a:ext cx="795647" cy="795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ロゴ</a:t>
            </a: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24014EA0-1DA4-52B7-9F28-6CFB4F4FE99A}"/>
              </a:ext>
            </a:extLst>
          </p:cNvPr>
          <p:cNvSpPr/>
          <p:nvPr/>
        </p:nvSpPr>
        <p:spPr>
          <a:xfrm>
            <a:off x="2705594" y="380010"/>
            <a:ext cx="2662053" cy="795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名前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6C9F6AA-0022-FF5B-232C-3F7E24A544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285"/>
          <a:stretch>
            <a:fillRect/>
          </a:stretch>
        </p:blipFill>
        <p:spPr>
          <a:xfrm>
            <a:off x="1226711" y="1895878"/>
            <a:ext cx="10215403" cy="4781165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58054B3C-F480-00A5-8C41-38E75D08C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9800" y="3352800"/>
            <a:ext cx="152400" cy="152400"/>
          </a:xfrm>
          <a:prstGeom prst="rect">
            <a:avLst/>
          </a:prstGeom>
        </p:spPr>
      </p:pic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03E6299F-052E-33B8-5584-3D29061D6D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1804" y="4553099"/>
            <a:ext cx="269631" cy="26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981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</Words>
  <Application>Microsoft Macintosh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恭介 小寺</dc:creator>
  <cp:lastModifiedBy>恭介 小寺</cp:lastModifiedBy>
  <cp:revision>2</cp:revision>
  <dcterms:created xsi:type="dcterms:W3CDTF">2025-09-28T05:39:52Z</dcterms:created>
  <dcterms:modified xsi:type="dcterms:W3CDTF">2025-09-29T10:36:48Z</dcterms:modified>
</cp:coreProperties>
</file>