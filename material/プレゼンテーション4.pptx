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8"/>
    <p:restoredTop sz="94689"/>
  </p:normalViewPr>
  <p:slideViewPr>
    <p:cSldViewPr snapToGrid="0">
      <p:cViewPr varScale="1">
        <p:scale>
          <a:sx n="88" d="100"/>
          <a:sy n="88" d="100"/>
        </p:scale>
        <p:origin x="17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96059A-6DFF-1D77-83CF-4C153399A4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6348602-3E52-14BA-42DC-08838FB855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494946-EB16-400D-A040-5C2B2213E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D803-D96F-BF42-ABE3-713FA2CD8816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0A66D4-DCBC-224C-D504-7F351601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57E944-907A-23C9-C165-88057ACA9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A2EC9-39F1-7845-9B98-8EA55AC1AA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4668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A990DD-AF70-A158-33EF-F05708B7A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86A38F-8787-938C-DC97-6DCA7D767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7B32C5-52F3-E6D3-1F31-5C4723F28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D803-D96F-BF42-ABE3-713FA2CD8816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1ABAAB-6DE6-1503-8BAD-9AB3BE237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08EBBD-9967-70D7-0FC3-C5DCF1345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A2EC9-39F1-7845-9B98-8EA55AC1AA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0167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F64638-2E45-EF11-BCB2-96A3DE45D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3573B64-D6F0-A492-C9F2-5EC411178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9FEFA3-090A-2D10-D71F-840FD0AD8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D803-D96F-BF42-ABE3-713FA2CD8816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3CE7EB-F9FE-C20E-6A3A-BC30AE722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BA15DB-82A5-2D8D-4FEE-9AB69F505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A2EC9-39F1-7845-9B98-8EA55AC1AA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8891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D01E0E-4C8D-9151-8B51-3F2C17A7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E490E9-7AAC-B664-6DB9-1565E2E7DB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F0A104C-A309-62DB-C4AD-EC9D83D98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44878F6-5727-1A5A-5F1C-27F06AB96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D803-D96F-BF42-ABE3-713FA2CD8816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D0345C3-A8A9-4050-ED64-B6C1FFB1F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CDB08A6-4895-CE48-8476-73B8E9341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A2EC9-39F1-7845-9B98-8EA55AC1AA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645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C75D74-DA21-98FC-41DD-78073BF6B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656789-C329-AACB-40CB-B0ABF7AE1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BD43E23-52B9-128D-5962-30B4D00C2D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EAF7439-DAE6-8147-5206-EAE8D7B69A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EB542CE-988B-4F2A-18BD-D0D48A007B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A993CEF-10E4-A773-1C3C-9725E02A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D803-D96F-BF42-ABE3-713FA2CD8816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E52C0B6-DAF3-F1D6-9457-DDD387C96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48731AE-BB9F-B53C-6CC3-EF9991F82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A2EC9-39F1-7845-9B98-8EA55AC1AA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7800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B9B886-29E6-0B0B-4735-919D2AE22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98A519E-D129-CF0A-B67E-5B565FC96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D803-D96F-BF42-ABE3-713FA2CD8816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759A63E-D27C-652F-B5FF-19A438574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3E3A545-6398-1305-D481-187AB071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A2EC9-39F1-7845-9B98-8EA55AC1AA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2800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68DA5F6-BD9F-FACF-CA67-F46DD5FE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D803-D96F-BF42-ABE3-713FA2CD8816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B9B74D9-E7E3-D6D4-8B64-E0EA2A800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BA70F7-FF62-A973-C5A1-BBD7939F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A2EC9-39F1-7845-9B98-8EA55AC1AA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00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8FC787-1E15-4A41-11B3-1505A0B88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46B15B-A982-E6E6-58FD-99612632E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DE78E09-B98F-9F9A-B523-A06582EE7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A70656-CD24-15EB-C06B-861F4C6DD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D803-D96F-BF42-ABE3-713FA2CD8816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0CA2497-822D-BACA-B509-CC02DAA83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C5CDA8E-2C06-C708-8542-A85AE9F8C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A2EC9-39F1-7845-9B98-8EA55AC1AA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167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2BEC10-2059-8434-2B8B-BF4AB076C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8727432-051F-AF52-3832-7CC5A3F4E4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26B71B6-F247-AD3F-0A28-D4E4A7168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2F465F0-203D-B371-894F-74FD8055E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D803-D96F-BF42-ABE3-713FA2CD8816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F8C9940-D65C-1909-6C3E-52BDAF917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20BB15E-7144-8EC1-5D6E-BB7E4FF21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A2EC9-39F1-7845-9B98-8EA55AC1AA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755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8C81F2-4791-2472-B123-D3AC4B878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C103B89-F4DB-9B47-E3ED-28EC66194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36555D-CF0B-D098-D2B8-33B410A22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D803-D96F-BF42-ABE3-713FA2CD8816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2EB4E-1207-D596-47A3-006518AE8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F20E68-4766-F92D-BFCF-594610571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A2EC9-39F1-7845-9B98-8EA55AC1AA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6729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BED489F-CE01-28E6-1787-CDD014EFDF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0066676-D22F-50EE-FA90-2C39E83EF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30F9B9-DE30-EA7C-B3C0-EC521751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D803-D96F-BF42-ABE3-713FA2CD8816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6892FD-85CD-33E9-30C6-A4D9B927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779DD0-21E6-0BF2-8E8C-E215EA978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A2EC9-39F1-7845-9B98-8EA55AC1AA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9905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4300773-9571-3FE2-693C-F1375E423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7FB1F7-6B11-C6E4-2539-9CD51DD9D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93778C-910A-1F48-537A-C4E63A7F59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0D803-D96F-BF42-ABE3-713FA2CD8816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DA41C1-AB26-85BF-031C-F45EC331B6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034117-6F36-6C52-5A69-844277DE4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A2EC9-39F1-7845-9B98-8EA55AC1AA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225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D9D30BF-6D34-53CF-2824-0B47A9796A8F}"/>
              </a:ext>
            </a:extLst>
          </p:cNvPr>
          <p:cNvSpPr txBox="1"/>
          <p:nvPr/>
        </p:nvSpPr>
        <p:spPr>
          <a:xfrm>
            <a:off x="150422" y="245421"/>
            <a:ext cx="3336965" cy="2091379"/>
          </a:xfrm>
          <a:prstGeom prst="rect">
            <a:avLst/>
          </a:prstGeom>
          <a:solidFill>
            <a:srgbClr val="FF0000"/>
          </a:solidFill>
        </p:spPr>
        <p:txBody>
          <a:bodyPr wrap="square" rtlCol="0" anchor="ctr" anchorCtr="1">
            <a:noAutofit/>
          </a:bodyPr>
          <a:lstStyle/>
          <a:p>
            <a:pPr algn="ctr"/>
            <a:r>
              <a:rPr lang="ja-JP" altLang="en-US" sz="4400">
                <a:solidFill>
                  <a:schemeClr val="bg1"/>
                </a:solidFill>
              </a:rPr>
              <a:t>写真</a:t>
            </a:r>
            <a:r>
              <a:rPr lang="en-US" altLang="ja-JP" sz="4400" dirty="0">
                <a:solidFill>
                  <a:schemeClr val="bg1"/>
                </a:solidFill>
              </a:rPr>
              <a:t>001</a:t>
            </a:r>
            <a:endParaRPr kumimoji="1" lang="ja-JP" altLang="en-US" sz="4400">
              <a:solidFill>
                <a:schemeClr val="bg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6DB45E8-C404-E2BD-15E0-D6413686741F}"/>
              </a:ext>
            </a:extLst>
          </p:cNvPr>
          <p:cNvSpPr txBox="1"/>
          <p:nvPr/>
        </p:nvSpPr>
        <p:spPr>
          <a:xfrm>
            <a:off x="135908" y="2545935"/>
            <a:ext cx="3336965" cy="2091379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1">
            <a:noAutofit/>
          </a:bodyPr>
          <a:lstStyle/>
          <a:p>
            <a:pPr algn="ctr"/>
            <a:r>
              <a:rPr lang="ja-JP" altLang="en-US" sz="4400">
                <a:solidFill>
                  <a:schemeClr val="bg1"/>
                </a:solidFill>
              </a:rPr>
              <a:t>写真</a:t>
            </a:r>
            <a:r>
              <a:rPr lang="en-US" altLang="ja-JP" sz="4400" dirty="0">
                <a:solidFill>
                  <a:schemeClr val="bg1"/>
                </a:solidFill>
              </a:rPr>
              <a:t>002</a:t>
            </a:r>
            <a:endParaRPr kumimoji="1" lang="ja-JP" altLang="en-US" sz="4400">
              <a:solidFill>
                <a:schemeClr val="bg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4E846F4-F7CD-BDA6-3522-83128C3F208F}"/>
              </a:ext>
            </a:extLst>
          </p:cNvPr>
          <p:cNvSpPr txBox="1"/>
          <p:nvPr/>
        </p:nvSpPr>
        <p:spPr>
          <a:xfrm>
            <a:off x="135908" y="4766621"/>
            <a:ext cx="3336965" cy="2091379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 anchorCtr="1">
            <a:noAutofit/>
          </a:bodyPr>
          <a:lstStyle/>
          <a:p>
            <a:pPr algn="ctr"/>
            <a:r>
              <a:rPr lang="ja-JP" altLang="en-US" sz="4400">
                <a:solidFill>
                  <a:schemeClr val="bg1"/>
                </a:solidFill>
              </a:rPr>
              <a:t>写真</a:t>
            </a:r>
            <a:r>
              <a:rPr lang="en-US" altLang="ja-JP" sz="4400" dirty="0">
                <a:solidFill>
                  <a:schemeClr val="bg1"/>
                </a:solidFill>
              </a:rPr>
              <a:t>003</a:t>
            </a:r>
            <a:endParaRPr kumimoji="1" lang="ja-JP" altLang="en-US" sz="4400">
              <a:solidFill>
                <a:schemeClr val="bg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22018B7-73B4-A372-F22D-0D22EEBD6CC1}"/>
              </a:ext>
            </a:extLst>
          </p:cNvPr>
          <p:cNvSpPr txBox="1"/>
          <p:nvPr/>
        </p:nvSpPr>
        <p:spPr>
          <a:xfrm>
            <a:off x="3829794" y="245420"/>
            <a:ext cx="3336965" cy="2091379"/>
          </a:xfrm>
          <a:prstGeom prst="rect">
            <a:avLst/>
          </a:prstGeom>
          <a:solidFill>
            <a:schemeClr val="accent3"/>
          </a:solidFill>
        </p:spPr>
        <p:txBody>
          <a:bodyPr wrap="square" rtlCol="0" anchor="ctr" anchorCtr="1">
            <a:noAutofit/>
          </a:bodyPr>
          <a:lstStyle/>
          <a:p>
            <a:pPr algn="ctr"/>
            <a:r>
              <a:rPr lang="ja-JP" altLang="en-US" sz="4400">
                <a:solidFill>
                  <a:schemeClr val="bg1"/>
                </a:solidFill>
              </a:rPr>
              <a:t>写真</a:t>
            </a:r>
            <a:r>
              <a:rPr lang="en-US" altLang="ja-JP" sz="4400" dirty="0">
                <a:solidFill>
                  <a:schemeClr val="bg1"/>
                </a:solidFill>
              </a:rPr>
              <a:t>004</a:t>
            </a:r>
            <a:endParaRPr kumimoji="1" lang="ja-JP" altLang="en-US" sz="4400">
              <a:solidFill>
                <a:schemeClr val="bg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41CAEE5-666B-D0C5-EC4A-CFDB0815EA86}"/>
              </a:ext>
            </a:extLst>
          </p:cNvPr>
          <p:cNvSpPr txBox="1"/>
          <p:nvPr/>
        </p:nvSpPr>
        <p:spPr>
          <a:xfrm>
            <a:off x="3829794" y="2429823"/>
            <a:ext cx="3336965" cy="209137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 anchor="ctr" anchorCtr="1">
            <a:noAutofit/>
          </a:bodyPr>
          <a:lstStyle/>
          <a:p>
            <a:pPr algn="ctr"/>
            <a:r>
              <a:rPr lang="ja-JP" altLang="en-US" sz="4400">
                <a:solidFill>
                  <a:schemeClr val="bg1"/>
                </a:solidFill>
              </a:rPr>
              <a:t>写真</a:t>
            </a:r>
            <a:r>
              <a:rPr lang="en-US" altLang="ja-JP" sz="4400" dirty="0">
                <a:solidFill>
                  <a:schemeClr val="bg1"/>
                </a:solidFill>
              </a:rPr>
              <a:t>005</a:t>
            </a:r>
            <a:endParaRPr kumimoji="1" lang="ja-JP" altLang="en-US" sz="4400">
              <a:solidFill>
                <a:schemeClr val="bg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CC350CB-D180-3032-55D0-93DF30820661}"/>
              </a:ext>
            </a:extLst>
          </p:cNvPr>
          <p:cNvSpPr txBox="1"/>
          <p:nvPr/>
        </p:nvSpPr>
        <p:spPr>
          <a:xfrm>
            <a:off x="3829793" y="4766621"/>
            <a:ext cx="3336965" cy="209137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 anchor="ctr" anchorCtr="1">
            <a:noAutofit/>
          </a:bodyPr>
          <a:lstStyle/>
          <a:p>
            <a:pPr algn="ctr"/>
            <a:r>
              <a:rPr lang="ja-JP" altLang="en-US" sz="4400">
                <a:solidFill>
                  <a:schemeClr val="bg1"/>
                </a:solidFill>
              </a:rPr>
              <a:t>写真</a:t>
            </a:r>
            <a:r>
              <a:rPr lang="en-US" altLang="ja-JP" sz="4400" dirty="0">
                <a:solidFill>
                  <a:schemeClr val="bg1"/>
                </a:solidFill>
              </a:rPr>
              <a:t>006</a:t>
            </a:r>
            <a:endParaRPr kumimoji="1" lang="ja-JP" altLang="en-US" sz="4400">
              <a:solidFill>
                <a:schemeClr val="bg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6B3872A-9AF5-F58B-65B4-0904C3162D80}"/>
              </a:ext>
            </a:extLst>
          </p:cNvPr>
          <p:cNvSpPr txBox="1"/>
          <p:nvPr/>
        </p:nvSpPr>
        <p:spPr>
          <a:xfrm>
            <a:off x="7654308" y="245419"/>
            <a:ext cx="3336965" cy="2091379"/>
          </a:xfrm>
          <a:prstGeom prst="rect">
            <a:avLst/>
          </a:prstGeom>
          <a:solidFill>
            <a:srgbClr val="00B050"/>
          </a:solidFill>
        </p:spPr>
        <p:txBody>
          <a:bodyPr wrap="square" rtlCol="0" anchor="ctr" anchorCtr="1">
            <a:noAutofit/>
          </a:bodyPr>
          <a:lstStyle/>
          <a:p>
            <a:pPr algn="ctr"/>
            <a:r>
              <a:rPr lang="ja-JP" altLang="en-US" sz="4400">
                <a:solidFill>
                  <a:schemeClr val="bg1"/>
                </a:solidFill>
              </a:rPr>
              <a:t>写真</a:t>
            </a:r>
            <a:r>
              <a:rPr lang="en-US" altLang="ja-JP" sz="4400" dirty="0">
                <a:solidFill>
                  <a:schemeClr val="bg1"/>
                </a:solidFill>
              </a:rPr>
              <a:t>007</a:t>
            </a:r>
            <a:endParaRPr kumimoji="1" lang="ja-JP" altLang="en-US" sz="4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954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</Words>
  <Application>Microsoft Macintosh PowerPoint</Application>
  <PresentationFormat>ワイド画面</PresentationFormat>
  <Paragraphs>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恭介 小寺</dc:creator>
  <cp:lastModifiedBy>恭介 小寺</cp:lastModifiedBy>
  <cp:revision>1</cp:revision>
  <dcterms:created xsi:type="dcterms:W3CDTF">2025-10-19T07:55:47Z</dcterms:created>
  <dcterms:modified xsi:type="dcterms:W3CDTF">2025-10-19T08:00:39Z</dcterms:modified>
</cp:coreProperties>
</file>